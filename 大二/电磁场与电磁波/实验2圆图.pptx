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7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mith_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>
          <a:xfrm>
            <a:off x="5172600" y="2505600"/>
            <a:ext cx="1846800" cy="1846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H="1">
            <a:off x="5104765" y="3424555"/>
            <a:ext cx="984250" cy="33337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505450" y="4179570"/>
            <a:ext cx="25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altLang="zh-CN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椭圆 16"/>
          <p:cNvSpPr/>
          <p:nvPr/>
        </p:nvSpPr>
        <p:spPr>
          <a:xfrm flipH="1" flipV="1">
            <a:off x="5788660" y="4276090"/>
            <a:ext cx="76200" cy="76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mith_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5172600" y="2505600"/>
            <a:ext cx="1846800" cy="1846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H="1">
            <a:off x="5104765" y="3424555"/>
            <a:ext cx="984250" cy="33337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505450" y="4179570"/>
            <a:ext cx="25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altLang="zh-CN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椭圆 16"/>
          <p:cNvSpPr/>
          <p:nvPr/>
        </p:nvSpPr>
        <p:spPr>
          <a:xfrm flipH="1" flipV="1">
            <a:off x="5788660" y="4276090"/>
            <a:ext cx="76200" cy="76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6090285" y="3425190"/>
            <a:ext cx="1249680" cy="330200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 flipH="1" flipV="1">
            <a:off x="6382385" y="4266565"/>
            <a:ext cx="76200" cy="76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421755" y="4178300"/>
            <a:ext cx="25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B</a:t>
            </a:r>
            <a:endParaRPr lang="en-US" altLang="zh-CN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WPS 演示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Times New Roman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李嘉涵</dc:creator>
  <cp:lastModifiedBy>李嘉涵</cp:lastModifiedBy>
  <cp:revision>13</cp:revision>
  <dcterms:created xsi:type="dcterms:W3CDTF">2023-08-09T12:44:00Z</dcterms:created>
  <dcterms:modified xsi:type="dcterms:W3CDTF">2026-05-20T13:14:08Z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F59F2E57840542E9ABE915C4A58CCA67_12</vt:lpwstr>
  </property>
</Properties>
</file>